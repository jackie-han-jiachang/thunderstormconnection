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E41C-7434-0D0C-3D80-899DBA44E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9B02C-F67C-E2D8-2996-6A6ED24AC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98227-F9E9-A415-4BE2-B5AADF50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32AF1-8F0C-F933-16E8-BB667D71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FB49E-B79F-94E4-390F-DDB16586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1BEE-9A34-E7A9-3AB7-5048968F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1B17-A2CB-0E9D-87C6-93321A7BC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CBF3-A38E-C6CE-62D2-282E9CDC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9326-8723-E127-7DB2-494DEE0C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B46F4-C32E-21D3-F1F7-776BDD7F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7F04-AA3F-175C-6E93-0B055E841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BCDA3-17DA-93BD-352B-D706C385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AF88B-F956-3843-6B24-72E6CEE8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CC340-A911-3C61-8583-01E72437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87E0-11B4-1F1C-6EFC-627CD02D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8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46D7-E49B-2F92-9919-E3D6A88A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DB6BC-8166-07E7-A53A-4B19E71C7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05601-BFED-36C8-45D6-385FDFA87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DAED1-B61A-BB2D-5CF8-52282BA7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EC725-221A-110D-4ADF-9CD821DB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1DC09-40E1-3D56-8A3E-92F602FC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4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E5BF-C50D-278F-D7F2-85CD03DD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B40AA-F905-DA98-315F-BEA3B2C57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32BB5-948D-AF76-2694-1568CC7A9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A945D-CF68-ED01-9721-A06103A2B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C924F-492C-7094-4FA4-6630951E7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AF046-2CFE-0E6A-0DE7-302E7D73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BA0EA-3655-2741-9539-ACF60113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AE43F-08BA-C1B6-8B4C-1D34F04D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88DF-58C0-4C28-33DD-815722300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E0E1A-3CF2-AE81-23D9-97BB003F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C6363-B754-6B93-75EB-79819F2D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DB158-3DA1-45F3-23CA-3036F365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5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D1C6A-F784-576C-3FF8-B4510AF0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46324-742B-04A4-1FAA-BC1C35D1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05E26-0B0E-DF62-D2EF-32E25359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6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89AA-A57E-28F7-B930-54BD8DA55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9665C-A432-03F7-4261-030509ED3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96E15-FD30-93EB-67CD-0C4D24CBF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6469E-71E0-B629-B021-ED272E29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93986-3B00-30AA-4800-DF54F113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F5A8A-3C25-E2C7-0F30-13C39D00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9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F695-CD00-738B-1408-34C4D6D3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A06F62-BE04-1177-7D88-A72EFBA49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79898-5D56-DCD1-C1B8-54E5AE178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CB888-82E6-6C08-BCB8-E2464E2D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F58C4-FBCF-4A04-52B2-2A24DEF3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7F2EB-304B-D75E-FC16-02FA997A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1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11B9-3A54-B160-FFB3-A714DC8A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495A1-CB76-7517-50E3-DCD3A36F2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53F4-D7E4-BA17-7D7F-4AE77F16F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61F5B-EB65-4873-C012-9A2E13F3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B1343-2D43-90D5-5BC7-88054F2D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F88DB-3743-9C6E-0739-1B0D88897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D25F1-5B52-3F7E-4D2D-765579875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09BA-CAA2-BA2E-4521-53A7591A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C5A6A-982A-849A-E9FF-CE5F0BB4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BC74E-E7E6-441A-FAC3-67753ED6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2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A086B-622E-8DD2-7DE2-C463B4BF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548F1-C98F-4059-FC22-6CF0DE52A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3020-B9B2-4415-3E6D-98C6CF263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A6FDC-66DA-7740-B0D9-CD5E5D9F1EB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1C704-F7D8-5D2D-DABB-9F5107073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EE4BD-3615-F248-099A-E416BE408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E34FA-641A-8B4D-92DF-85B753EF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10B8B3-7E54-8435-58D1-B72FCC3D0874}"/>
              </a:ext>
            </a:extLst>
          </p:cNvPr>
          <p:cNvCxnSpPr/>
          <p:nvPr/>
        </p:nvCxnSpPr>
        <p:spPr>
          <a:xfrm>
            <a:off x="233916" y="4433777"/>
            <a:ext cx="117277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3298F7-41D3-90BE-4855-DC90B99BCCF4}"/>
              </a:ext>
            </a:extLst>
          </p:cNvPr>
          <p:cNvCxnSpPr>
            <a:cxnSpLocks/>
          </p:cNvCxnSpPr>
          <p:nvPr/>
        </p:nvCxnSpPr>
        <p:spPr>
          <a:xfrm>
            <a:off x="7006856" y="180753"/>
            <a:ext cx="0" cy="4125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3A2FA30-EC30-31AD-CAB1-3DE4DFB5F0E9}"/>
              </a:ext>
            </a:extLst>
          </p:cNvPr>
          <p:cNvSpPr/>
          <p:nvPr/>
        </p:nvSpPr>
        <p:spPr>
          <a:xfrm>
            <a:off x="361508" y="318976"/>
            <a:ext cx="2052083" cy="659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角色关系网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549F1-7E06-3E81-E498-61C157761C0F}"/>
              </a:ext>
            </a:extLst>
          </p:cNvPr>
          <p:cNvSpPr/>
          <p:nvPr/>
        </p:nvSpPr>
        <p:spPr>
          <a:xfrm>
            <a:off x="7382541" y="318976"/>
            <a:ext cx="2052083" cy="659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已发生事件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B7C4B-43E5-AE80-A760-E0FB1E8B3044}"/>
              </a:ext>
            </a:extLst>
          </p:cNvPr>
          <p:cNvSpPr/>
          <p:nvPr/>
        </p:nvSpPr>
        <p:spPr>
          <a:xfrm>
            <a:off x="361508" y="4671236"/>
            <a:ext cx="2052083" cy="659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预备事件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305649-01D6-0BDB-1567-76A375F87AAF}"/>
              </a:ext>
            </a:extLst>
          </p:cNvPr>
          <p:cNvGrpSpPr/>
          <p:nvPr/>
        </p:nvGrpSpPr>
        <p:grpSpPr>
          <a:xfrm>
            <a:off x="5156791" y="4541919"/>
            <a:ext cx="1648046" cy="2232837"/>
            <a:chOff x="3104707" y="4529470"/>
            <a:chExt cx="1648046" cy="223283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2A74A-2DB6-4192-C214-55065D927365}"/>
                </a:ext>
              </a:extLst>
            </p:cNvPr>
            <p:cNvSpPr/>
            <p:nvPr/>
          </p:nvSpPr>
          <p:spPr>
            <a:xfrm>
              <a:off x="3104707" y="4529470"/>
              <a:ext cx="1648046" cy="22328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FBB4B4-61EE-3938-021A-69FE3F14877D}"/>
                </a:ext>
              </a:extLst>
            </p:cNvPr>
            <p:cNvSpPr/>
            <p:nvPr/>
          </p:nvSpPr>
          <p:spPr>
            <a:xfrm>
              <a:off x="3267740" y="4671236"/>
              <a:ext cx="1357423" cy="2941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事件名称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310AE0-926B-1946-A1F7-6111502916DA}"/>
                </a:ext>
              </a:extLst>
            </p:cNvPr>
            <p:cNvSpPr txBox="1"/>
            <p:nvPr/>
          </p:nvSpPr>
          <p:spPr>
            <a:xfrm>
              <a:off x="3267740" y="5600361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发起人</a:t>
              </a:r>
              <a:r>
                <a:rPr lang="en-US" sz="1200" dirty="0"/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EC941B-380F-859B-C962-D178EE3DDEBF}"/>
                </a:ext>
              </a:extLst>
            </p:cNvPr>
            <p:cNvSpPr txBox="1"/>
            <p:nvPr/>
          </p:nvSpPr>
          <p:spPr>
            <a:xfrm>
              <a:off x="3267740" y="5953618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被影响人</a:t>
              </a:r>
              <a:r>
                <a:rPr lang="en-US" sz="1200" dirty="0"/>
                <a:t>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292240-E6F2-BC8B-61F5-062FF10BB0D7}"/>
                </a:ext>
              </a:extLst>
            </p:cNvPr>
            <p:cNvSpPr txBox="1"/>
            <p:nvPr/>
          </p:nvSpPr>
          <p:spPr>
            <a:xfrm>
              <a:off x="3267740" y="6306876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好感度变化</a:t>
              </a:r>
              <a:r>
                <a:rPr lang="en-US" sz="1200" dirty="0"/>
                <a:t>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F250FF-A071-D4F9-79CE-5034A6698882}"/>
                </a:ext>
              </a:extLst>
            </p:cNvPr>
            <p:cNvSpPr txBox="1"/>
            <p:nvPr/>
          </p:nvSpPr>
          <p:spPr>
            <a:xfrm>
              <a:off x="3267739" y="5030297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事件描述</a:t>
              </a:r>
              <a:r>
                <a:rPr lang="en-US" sz="1200" dirty="0"/>
                <a:t>: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1F5B1E-D386-F2CF-E465-5D5D17C6F5AC}"/>
              </a:ext>
            </a:extLst>
          </p:cNvPr>
          <p:cNvGrpSpPr/>
          <p:nvPr/>
        </p:nvGrpSpPr>
        <p:grpSpPr>
          <a:xfrm>
            <a:off x="7407351" y="1091544"/>
            <a:ext cx="1648046" cy="2232837"/>
            <a:chOff x="3104707" y="4529470"/>
            <a:chExt cx="1648046" cy="223283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54DD30-B094-294B-445C-1A99FCA9559D}"/>
                </a:ext>
              </a:extLst>
            </p:cNvPr>
            <p:cNvSpPr/>
            <p:nvPr/>
          </p:nvSpPr>
          <p:spPr>
            <a:xfrm>
              <a:off x="3104707" y="4529470"/>
              <a:ext cx="1648046" cy="22328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1E2886-87CA-8248-3C52-718D0601E7CE}"/>
                </a:ext>
              </a:extLst>
            </p:cNvPr>
            <p:cNvSpPr/>
            <p:nvPr/>
          </p:nvSpPr>
          <p:spPr>
            <a:xfrm>
              <a:off x="3267740" y="4671236"/>
              <a:ext cx="1357423" cy="2941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事件名称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401629-44FC-C802-5562-DFF0E4528994}"/>
                </a:ext>
              </a:extLst>
            </p:cNvPr>
            <p:cNvSpPr txBox="1"/>
            <p:nvPr/>
          </p:nvSpPr>
          <p:spPr>
            <a:xfrm>
              <a:off x="3267740" y="5600361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发起人</a:t>
              </a:r>
              <a:r>
                <a:rPr lang="en-US" sz="1200" dirty="0"/>
                <a:t>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DAF224E-50BE-B584-DA3F-D0E81677BB41}"/>
                </a:ext>
              </a:extLst>
            </p:cNvPr>
            <p:cNvSpPr txBox="1"/>
            <p:nvPr/>
          </p:nvSpPr>
          <p:spPr>
            <a:xfrm>
              <a:off x="3267740" y="5953618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被影响人</a:t>
              </a:r>
              <a:r>
                <a:rPr lang="en-US" sz="1200" dirty="0"/>
                <a:t>: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A21B48-2929-5E76-6795-F43F8FF063F0}"/>
                </a:ext>
              </a:extLst>
            </p:cNvPr>
            <p:cNvSpPr txBox="1"/>
            <p:nvPr/>
          </p:nvSpPr>
          <p:spPr>
            <a:xfrm>
              <a:off x="3267740" y="6306876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好感度变化</a:t>
              </a:r>
              <a:r>
                <a:rPr lang="en-US" sz="1200" dirty="0"/>
                <a:t>: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E986511-5B89-F0B6-DF0F-56F4E0F63680}"/>
                </a:ext>
              </a:extLst>
            </p:cNvPr>
            <p:cNvSpPr txBox="1"/>
            <p:nvPr/>
          </p:nvSpPr>
          <p:spPr>
            <a:xfrm>
              <a:off x="3267739" y="5030297"/>
              <a:ext cx="1357423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事件描述</a:t>
              </a:r>
              <a:r>
                <a:rPr lang="en-US" sz="1200" dirty="0"/>
                <a:t>: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5E43D01-D4F8-7CBB-0095-9484F6CEAA25}"/>
              </a:ext>
            </a:extLst>
          </p:cNvPr>
          <p:cNvSpPr/>
          <p:nvPr/>
        </p:nvSpPr>
        <p:spPr>
          <a:xfrm>
            <a:off x="361508" y="6008430"/>
            <a:ext cx="2052083" cy="659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创建新事件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344330-AFAA-F535-71B7-9CB571AB8DF5}"/>
              </a:ext>
            </a:extLst>
          </p:cNvPr>
          <p:cNvSpPr txBox="1"/>
          <p:nvPr/>
        </p:nvSpPr>
        <p:spPr>
          <a:xfrm>
            <a:off x="2521690" y="233085"/>
            <a:ext cx="2073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area is used to present the web that describes the relationships between different characters.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556D1A-0708-B5D4-D214-81878D0F61C1}"/>
              </a:ext>
            </a:extLst>
          </p:cNvPr>
          <p:cNvSpPr txBox="1"/>
          <p:nvPr/>
        </p:nvSpPr>
        <p:spPr>
          <a:xfrm>
            <a:off x="9757143" y="197794"/>
            <a:ext cx="2073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area is used to show the events that has already took place, which will affect the relationship within the web.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45F221-2D46-075D-2902-85C6A67CD52D}"/>
              </a:ext>
            </a:extLst>
          </p:cNvPr>
          <p:cNvSpPr txBox="1"/>
          <p:nvPr/>
        </p:nvSpPr>
        <p:spPr>
          <a:xfrm>
            <a:off x="2434857" y="4585345"/>
            <a:ext cx="2367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area is used to show the events that has already created by the user but has not been input to affect the web.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741BEF-45E4-384B-6282-D725B18A4CF1}"/>
              </a:ext>
            </a:extLst>
          </p:cNvPr>
          <p:cNvSpPr txBox="1"/>
          <p:nvPr/>
        </p:nvSpPr>
        <p:spPr>
          <a:xfrm>
            <a:off x="2434857" y="6088492"/>
            <a:ext cx="2367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is a button used to create the event.</a:t>
            </a:r>
          </a:p>
        </p:txBody>
      </p:sp>
    </p:spTree>
    <p:extLst>
      <p:ext uri="{BB962C8B-B14F-4D97-AF65-F5344CB8AC3E}">
        <p14:creationId xmlns:p14="http://schemas.microsoft.com/office/powerpoint/2010/main" val="224283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Jackie Han</dc:creator>
  <cp:lastModifiedBy>Jackie Han</cp:lastModifiedBy>
  <cp:revision>15</cp:revision>
  <dcterms:created xsi:type="dcterms:W3CDTF">2026-07-28T12:56:07Z</dcterms:created>
  <dcterms:modified xsi:type="dcterms:W3CDTF">2026-07-28T13:07:45Z</dcterms:modified>
</cp:coreProperties>
</file>